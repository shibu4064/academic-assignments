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E0C3A-2638-B842-A476-B44F590713A1}" v="2" dt="2026-03-15T11:25:31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ithik Majumdar" userId="355d7d57ee7db7e5" providerId="LiveId" clId="{FD340E89-7635-5BCE-BDF5-ABAC23F712BF}"/>
    <pc:docChg chg="undo custSel modSld">
      <pc:chgData name="Hrithik Majumdar" userId="355d7d57ee7db7e5" providerId="LiveId" clId="{FD340E89-7635-5BCE-BDF5-ABAC23F712BF}" dt="2026-03-15T11:25:31.230" v="15"/>
      <pc:docMkLst>
        <pc:docMk/>
      </pc:docMkLst>
      <pc:sldChg chg="modSp mod">
        <pc:chgData name="Hrithik Majumdar" userId="355d7d57ee7db7e5" providerId="LiveId" clId="{FD340E89-7635-5BCE-BDF5-ABAC23F712BF}" dt="2026-03-15T11:25:31.230" v="15"/>
        <pc:sldMkLst>
          <pc:docMk/>
          <pc:sldMk cId="0" sldId="256"/>
        </pc:sldMkLst>
        <pc:spChg chg="mod">
          <ac:chgData name="Hrithik Majumdar" userId="355d7d57ee7db7e5" providerId="LiveId" clId="{FD340E89-7635-5BCE-BDF5-ABAC23F712BF}" dt="2026-03-14T11:05:21.662" v="13" actId="10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rithik Majumdar" userId="355d7d57ee7db7e5" providerId="LiveId" clId="{FD340E89-7635-5BCE-BDF5-ABAC23F712BF}" dt="2026-03-14T10:54:26.761" v="12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Hrithik Majumdar" userId="355d7d57ee7db7e5" providerId="LiveId" clId="{FD340E89-7635-5BCE-BDF5-ABAC23F712BF}" dt="2026-03-15T11:25:31.230" v="15"/>
          <ac:spMkLst>
            <pc:docMk/>
            <pc:sldMk cId="0" sldId="256"/>
            <ac:spMk id="9" creationId="{00000000-0000-0000-0000-000000000000}"/>
          </ac:spMkLst>
        </pc:spChg>
        <pc:spChg chg="mod">
          <ac:chgData name="Hrithik Majumdar" userId="355d7d57ee7db7e5" providerId="LiveId" clId="{FD340E89-7635-5BCE-BDF5-ABAC23F712BF}" dt="2026-03-14T10:54:12.944" v="9" actId="14100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Hrithik Majumdar" userId="355d7d57ee7db7e5" providerId="LiveId" clId="{FD340E89-7635-5BCE-BDF5-ABAC23F712BF}" dt="2026-03-14T10:47:30.909" v="0" actId="2711"/>
        <pc:sldMkLst>
          <pc:docMk/>
          <pc:sldMk cId="0" sldId="257"/>
        </pc:sldMkLst>
        <pc:spChg chg="mod">
          <ac:chgData name="Hrithik Majumdar" userId="355d7d57ee7db7e5" providerId="LiveId" clId="{FD340E89-7635-5BCE-BDF5-ABAC23F712BF}" dt="2026-03-14T10:47:30.909" v="0" actId="2711"/>
          <ac:spMkLst>
            <pc:docMk/>
            <pc:sldMk cId="0" sldId="257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97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Background photo (Dhaka fruit &amp; vegetable market, Xinhua via Global Times): https://www.globaltimes.cn/page/202410/1321635.shtml
- Problem/solution framing and stakeholder objectives from BRS: (uploaded) BRS.docx.
- Slide requirements (2-slide deck, include µSFP + business opportunity): (uploaded) Science Fiction Prototype - Assignment brief.docx.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µSFP and business opportunity points derived from BRS (problem statement, objectives, revenue model): (uploaded) BRS.docx.
- Assignment requirements for µSFP + 2-slide presentation: (uploaded) Science Fiction Prototype - Assignment brief.docx.
- App UI mock image used as illustrative visual (Behance project image): https://www.behance.net/gallery/222519197/Grocery-Delivery-Mobile-App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haka_market.jpeg"/>
          <p:cNvPicPr>
            <a:picLocks noChangeAspect="1"/>
          </p:cNvPicPr>
          <p:nvPr/>
        </p:nvPicPr>
        <p:blipFill>
          <a:blip r:embed="rId3"/>
          <a:srcRect t="7832" b="783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632" y="10048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1209" y="228600"/>
            <a:ext cx="11686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F4E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CE902 • Science Fiction Prototype • Professional Practice and Research Methodology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AgriMart BD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88720" y="1874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F2E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transparent farm-to-home marketplace for Bangladesh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7240" y="2423160"/>
            <a:ext cx="10652760" cy="2880360"/>
          </a:xfrm>
          <a:prstGeom prst="roundRect">
            <a:avLst/>
          </a:prstGeom>
          <a:solidFill>
            <a:srgbClr val="0B2B17">
              <a:alpha val="85000"/>
            </a:srgbClr>
          </a:solidFill>
          <a:ln w="12700">
            <a:solidFill>
              <a:srgbClr val="1F6F3A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F4E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→ Solution → Who it helps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7280" y="3070776"/>
            <a:ext cx="9966960" cy="2154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Farmers often sell to dealers at very low prices; middlemen capture most of the profit and push up customer prices.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AgriMart BD connects farmers directly with customers via an app, with listings, regional sorting, ratings, and trusted delivery and payment.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Stakeholders: Farmers (sell + fair profit), Customers (fresh produce + transparency), Delivery/quality team (logistics), Local advertisers (reach buyers).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51209" y="5448216"/>
            <a:ext cx="11686233" cy="1180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Hrithik Majumdar Shibu  |   Registration No: 2501488   |   Date: 20</a:t>
            </a:r>
            <a:r>
              <a:rPr lang="en-US" sz="2400" b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March 2026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BF6"/>
          </a:solidFill>
          <a:ln w="12700">
            <a:solidFill>
              <a:srgbClr val="F3F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µSFP (Micro Science-Fiction Prototype)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69494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D9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farmer in rural Bangladesh opens AgriMart BD, scans today’s harvest, and posts verified prices.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city family orders with one tap; the app routes a local courier and pays the farmer instantly after delivery.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Middlemen profits shrink—trust grows, waste drops, and both sides win.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opportunities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69494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D9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64008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Commission on transactions (sustainable revenue model).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Regional expansion: onboarding/training programs for non‑tech farmers.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Logistics + quality-check partnerships (last‑mile delivery network).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advertising &amp; promoted listings for agri-inputs, tools, seeds, etc.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insights (price trends, demand forecasting) offered to partners/government.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18120" y="502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1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feel (mobile app proposed)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18120" y="960120"/>
            <a:ext cx="37490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AD9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mnt/data/grocery_app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06967"/>
            <a:ext cx="3383280" cy="29012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421</Words>
  <Application>Microsoft Macintosh PowerPoint</Application>
  <PresentationFormat>Widescreen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Hrithik Majumdar</cp:lastModifiedBy>
  <cp:revision>2</cp:revision>
  <dcterms:created xsi:type="dcterms:W3CDTF">2026-02-23T19:20:44Z</dcterms:created>
  <dcterms:modified xsi:type="dcterms:W3CDTF">2026-03-15T11:25:37Z</dcterms:modified>
</cp:coreProperties>
</file>